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"/>
            <a:ext cx="2743200" cy="505206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828800"/>
            <a:ext cx="1645920" cy="164592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6C3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103120"/>
            <a:ext cx="1097280" cy="109728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377440"/>
            <a:ext cx="548640" cy="54864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2542032"/>
            <a:ext cx="219456" cy="219456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7536" y="3413455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4095" y="25968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36" y="1780337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0977" y="25968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97723" y="3177083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7349" y="3177083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7723" y="2016709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7349" y="2016709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029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spc="600" kern="0" dirty="0">
                <a:solidFill>
                  <a:srgbClr val="6C3BEB"/>
                </a:solidFill>
              </a:rPr>
              <a:t>PQC</a:t>
            </a:r>
            <a:endParaRPr lang="en-US" sz="8200" dirty="0"/>
          </a:p>
        </p:txBody>
      </p:sp>
      <p:sp>
        <p:nvSpPr>
          <p:cNvPr id="17" name="Text 15"/>
          <p:cNvSpPr/>
          <p:nvPr/>
        </p:nvSpPr>
        <p:spPr>
          <a:xfrm>
            <a:off x="411480" y="16916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Post-Quantum Cryptography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22128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</a:rPr>
              <a:t>Migration Strategy for GCP Teams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NIST PQC Standards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GCP Cloud KMS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Hybrid Cryptography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Pilot Roadmap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32735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 the quantum threat is REAL · What changes · When to act · How GCP supports you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5537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abcAI  |  InfoSec Team  |  2025–2026 Migration Initiative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F2A"/>
                </a:solidFill>
              </a:rPr>
              <a:t>Why PQC? The Quantum Threat Is Real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Current encryption will be broken by quantum computers — here's why you need to act NOW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621792"/>
          </a:xfrm>
          <a:prstGeom prst="rect">
            <a:avLst/>
          </a:prstGeom>
          <a:solidFill>
            <a:srgbClr val="0B0F2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"Harvest Now, Decrypt Later"  —  Adversaries are recording your encrypted traffic TODAY to decrypt it once quantum computers are ready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737360"/>
            <a:ext cx="2834640" cy="50292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BEB"/>
                </a:solidFill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Shor's Algorithm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Breaks RSA, ECC, and Diffie-Hellman exponentially faster on a quantum computer. RSA-2048 that takes classical computers billions of years — broken in hours.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BEB"/>
                </a:solidFill>
              </a:rPr>
              <a:t>Impact: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ALL asymmetric crypto compromised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73736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Grover's Algorithm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Halves the effective key length of symmetric algorithms. AES-128 becomes equivalent to AES-64 — insecure. AES-256 drops to AES-128 equivalent — still safe.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Impact: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9272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Symmetric keys need doubling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737360"/>
            <a:ext cx="2834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65976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Timeline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NIST estimates cryptographically-relevant quantum computers (CRQCs) could arrive between 2030–2035. Migration of enterprise systems takes 5–10 years.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Impact: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Start NOW — you're already behind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NIST PQC Standards — Finalized 2024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8BFA"/>
                </a:solidFill>
              </a:rPr>
              <a:t>NIST published 3 final PQC standards in August 2024 — these are your migration targets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417320" cy="12618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4447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ML-KEM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" y="1755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(CRYSTALS-Kyber)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1060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BEB"/>
                </a:solidFill>
              </a:rPr>
              <a:t>Key Encapsulation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RSA, ECDH key exchange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517904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Primary algorithm for establishing shared secrets. Lattice-based (Module LWE). Replaces RSA and ECDH in TLS handshakes, API key exchange, and session establishment.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78992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09728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3BEB"/>
                </a:solidFill>
              </a:rPr>
              <a:t>Key sizes: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53328" y="126187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ML-KEM-512 (L1) · ML-KEM-768 (L3) · ML-KEM-1024 (L5)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645920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66420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53328" y="1828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Available in Cloud KMS (Preview)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359152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359152"/>
            <a:ext cx="1417320" cy="1261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50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ML-DSA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1168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(CRYSTALS-Dilithium)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91640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Digital Signature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RSA-PSS, ECDSA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2871216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Primary algorithm for digital signatures. Lattice-based. Replaces ECDSA and RSA signatures on code, documents, JWTs, and certificates.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432304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245059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Key sizes: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53328" y="261518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ML-DSA-44 (L2) · ML-DSA-65 (L3) · ML-DSA-87 (L5)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2999232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01752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3328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Roadmap — Cloud KMS 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3712464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712464"/>
            <a:ext cx="14173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38039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1168" y="4151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SLH-DSA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01168" y="4462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(SPHINCS+)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9164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Digital Signature (Backup)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9164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ECDSA (diversity backup)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91640" y="4224528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Hash-based signature scheme — conservative, proven security. Slower and larger than ML-DSA but based on different mathematical problem. Use for long-lived signatures (certificates, firmware).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3785616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3803904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Key sizes: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53328" y="396849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SLH-DSA-SHA2-128s · SLH-DSA-SHAKE-128f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9320" y="4352544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437083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53328" y="45354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Roadmap — future consideration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" y="504748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FIPS 206 (FN-DSA / Falcon) also published — primarily for constrained environments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F2A"/>
                </a:solidFill>
              </a:rPr>
              <a:t>What Breaks vs What Survives — Post-Quantum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Know which of your current algorithms will be quantum-vulnerable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41605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QUANTUM-VULNERABLE  (Must Replace)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157276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57276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910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RSA (all key sizes)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7739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TLS, JWT signing, cert signing, API auth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07568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207568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09397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ECDSA / EdDSA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2276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JWT, code signing, TLS certs, SSH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57860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57860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59689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ECDH / ECDHE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77977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TLS key exchange, API session setup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08152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08152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9981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Diffie-Hellman (DH)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" y="328269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VPN tunnels, legacy TLS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58444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58444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60273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ElGamal encryption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" y="37856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Legacy PGP/GPG email encryption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408736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408736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056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DSA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42885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Legacy document signing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987552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987552"/>
            <a:ext cx="4160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QUANTUM-SAFE  (Increase Key Size Only)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10328" y="157276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0328" y="157276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15910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AES-256-GCM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38344" y="17739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Data encryption, payload encryption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10328" y="207568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0328" y="207568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38344" y="209397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SHA-256 / SHA-3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38344" y="2276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Hashing, integrity checks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0328" y="257860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328" y="257860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38344" y="259689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HMAC-SHA256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38344" y="277977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Message authentication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10328" y="308152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0328" y="308152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38344" y="309981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AES-128 (upgrade to 256)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38344" y="328269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Effective key size halved by Grover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10328" y="358444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0328" y="358444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38344" y="360273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ChaCha20-Poly1305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38344" y="37856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Mobile/constrained device encryption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10328" y="408736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0328" y="408736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8344" y="41056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BLAKE3 / BLAKE2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38344" y="42885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High-speed hashing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GCP PQC Support — Current Status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What Google Cloud supports TODAY and what is on the roadmap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KMS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481328"/>
            <a:ext cx="14813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4813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Preview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56816" y="1060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ML-KEM-768 &amp; ML-KEM-1024 key generation &amp; wrapping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56816" y="13167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Create PQC key versions via gcloud kms or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42432" y="106070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1097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kms keys create my-pqc-key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--location=global --keyring=my-ring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--purpose=ASYMMETRIC_DECRYPT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--default-algorithm=EC_SIGN_P384_SHA384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201168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01168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0848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Certificate 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487168"/>
            <a:ext cx="148132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4871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Roadmap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56816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Hybrid PQC + ECDSA certificates (X.509 dual-signed)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56816" y="23225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Watch for managed certificate updates; plan migration of custom certs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42432" y="206654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Future: request hybrid cert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certificate-manager certificates create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--domains="api.example.com"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--algorithm=HYBRID_ECDSA_ML_DSA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301752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01752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906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Load Balancing / TLS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" y="3493008"/>
            <a:ext cx="14813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49300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Preview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56816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Hybrid PQC TLS (X25519MLKEM768) in HTTPS LBs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56816" y="332841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Enable PQC cipher in SSL policies — browsers already support 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42432" y="307238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3108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compute ssl-policies create pqc-policy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--profile=RESTRICTED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--min-tls-version=TLS_1_3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Chrome/Firefox already support X25519MLKEM768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402336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402336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0965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HSM / Confidential Computing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" y="4498848"/>
            <a:ext cx="148132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498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Roadmap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56816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Hardware-backed PQC key storage in HSM modules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56816" y="43342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Plan for HSM firmware updates; evaluate Confidential VMs for key isolation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42432" y="407822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Confidential VM for key operations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compute instances create pqc-workload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--confidential-compute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--maintenance-policy=TERMINATE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82880" y="504748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Reference: cloud.google.com/security/products/quantum-safe-cryptography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F2A"/>
                </a:solidFill>
              </a:rPr>
              <a:t>Key Considerations Before You Migrate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Seven critical areas your team must evaluate before starting PQC migration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502920" cy="877824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Cryptographic Inventory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Discover ALL algorithms in use: TLS certs, JWT signing keys, API auth, data-at-rest encryption, SSH keys, code signing, VPN tunnels. You can't migrate what you haven't found.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58952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3BEB"/>
                </a:solidFill>
              </a:rPr>
              <a:t>Action: Use: GCP Security Command Center + custom asset scan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02920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0584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Hybrid Mode (Run Both)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9512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Don't hard-switch. Run classical + PQC simultaneously (hybrid TLS, dual-signed certs). This ensures compatibility with systems not yet upgraded while already gaining quantum protection.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239512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</a:rPr>
              <a:t>Action: Use: X25519MLKEM768 for TLS — supported in Chrome/Firefox TODAY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1956816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956816"/>
            <a:ext cx="502920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956816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Performance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PQC algorithms have larger key sizes and slower operations. ML-KEM keys are ~1KB vs 32 bytes for ECDH. Factor this into your API latency budgets, certificate sizes, and HSM throughput.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58952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Action: Test: benchmark in staging before production rollout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56816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956816"/>
            <a:ext cx="502920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956816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9512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Library &amp; Dependency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Check if your crypto libraries support FIPS 203/204/205. OpenSSL 3.x with OQS provider, BouncyCastle 1.78+, Go 1.23+, and Google Tink support PQC. Many older libs do not.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239512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Action: Audit: all SDKs, Java versions, Python cryptography library versions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2907792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907792"/>
            <a:ext cx="502920" cy="8778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907792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Certificate Lifecycle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PQC certificates are larger (ML-DSA certs ~2-3x ECDSA size). Plan impacts on mTLS, CDN edge nodes, load balancers, and mobile clients with bandwidth constraints.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58952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</a:rPr>
              <a:t>Action: Plan: cert renewal timeline, CA support, chain validation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907792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07792"/>
            <a:ext cx="502920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07792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9512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Compliance &amp; Regulatory Timing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951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CISA, NSA, and NIST guidance mandates PQC migration by 2030 for critical systems. Financial sector and government contractors face earlier deadlines. Know YOUR deadline.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39512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Action: Check: OMB M-23-02, NSA CNSA 2.0, your industry regulator guidance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3858768"/>
            <a:ext cx="8778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858768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3858768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8952" y="3913632"/>
            <a:ext cx="8119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Long-Lived Data Protection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" y="4151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Data encrypted today with RSA/ECDSA that must remain confidential for 10+ years needs PQC protection NOW — adversaries are harvesting it already. Prioritize long-retention data.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5971032" y="39319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</a:rPr>
              <a:t>Action: Prioritize: PII, financial records, health data, trade secrets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Hybrid Cryptography — The Safe Migration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Run classical + PQC together — get quantum protection without breaking existing systems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192024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EB"/>
                </a:solidFill>
              </a:rPr>
              <a:t>Hybrid TLS Key Exchange (X25519 + ML-KEM-768)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554480" cy="129844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Offers: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X25519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ML-KEM-768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554480" cy="1298448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48256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Selects: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X25519MLKEM768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hybrid suite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9584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12464" y="1417320"/>
            <a:ext cx="155448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(Classical)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67328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ECDH shared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secret K1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(X25519)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48656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31536" y="1417320"/>
            <a:ext cx="1554480" cy="129844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(PQC)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ML-KEM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ciphertext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K2 (lattice)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7728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50608" y="1417320"/>
            <a:ext cx="1554480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Secret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05472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 = KDF(K1 || K2)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Breaking either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does NOT help!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017520"/>
            <a:ext cx="2852928" cy="38404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TLS (GCP LB)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X25519 (ECDH)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ML-KEM-768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X25519MLKEM768 cipher suite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3BEB"/>
                </a:solidFill>
              </a:rPr>
              <a:t>Available NOW in GCP HTTPS LBs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72968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2968" y="3017520"/>
            <a:ext cx="2852928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Certificate Signing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82696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ECDSA P-256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82696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ML-DSA-65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82696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Dual-signed X.509 cert (both algos)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Pilot with Google Trust Services 2025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63056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3017520"/>
            <a:ext cx="2852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API Payload Encryption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72784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RSA-OAEP (wrap key)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72784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ML-KEM (wrap key)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Both ciphertexts wrap AES-256-GCM key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54496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Implement in app layer using Tink or OQS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2A"/>
                </a:solidFill>
              </a:rPr>
              <a:t>PQC Migration Readiness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Use this checklist to assess your organisation's readiness for PQC migration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4206240" cy="402336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1 — Discover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" y="146304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Inventory all cryptographic assets (certs, keys, algorithms)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" y="173736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373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Map every API endpoint using RSA/ECDSA/ECDH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" y="201168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Identify data with &gt;10 year sensitivity (harvest now threat)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" y="228600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8600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Catalogue third-party dependencies &amp; their crypto 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" y="256032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6032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Audit GCP services in use (KMS, LB, Cloud SQL, GKE TLS)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9875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87552"/>
            <a:ext cx="420624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1 — Assess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9744" y="146304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46304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Classify systems by quantum risk (high / medium / 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9744" y="173736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7373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Benchmark PQC algo performance on your workloads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9744" y="201168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01168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Check library support (OpenSSL, BouncyCastle, Go, Python)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228600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28600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Evaluate cert size impact on CDN/mobile/IoT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256032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56032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Estimate migration effort &amp; timeline per system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294436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2944368"/>
            <a:ext cx="42062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2 — Plan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7744" y="341985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41985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Define target PQC algorithms (ML-KEM, ML-DSA per use case)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7744" y="369417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9417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Design hybrid deployment for each cryptographic operation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" y="396849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96849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Update cryptographic policy &amp; standards documentation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7744" y="424281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24281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Create key rotation &amp; cert renewal automation plan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7744" y="451713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51713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Set up monitoring for deprecated algorithm usage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294436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944368"/>
            <a:ext cx="42062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2 — Pilot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09744" y="341985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341985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Enable hybrid PQC TLS on non-critical GCP HTTPS LBs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9744" y="369417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369417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Test ML-KEM key wrapping in Cloud KMS staging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9744" y="396849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396849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Validate client compatibility (browsers, mobile, API clients)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9744" y="424281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424281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Measure latency &amp; cert size in production-like environment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9744" y="451713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2352" y="451713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Document lessons learned, refine playbook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82880" y="4937760"/>
            <a:ext cx="8778240" cy="292608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PHASE 3: Full Migration (2026–2027) · PHASE 4: Deprecate classical-only (post-2028)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When Can We Start? — GCP Pilot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</a:rPr>
              <a:t>A realistic, phased pilot roadmap for GCP-hosted systems — start NOW with zero disruption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28346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Q1-Q2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Immediately — Zero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700784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hybrid PQC TLS on dev/staging GCP HTTPS LBs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2608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103120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Inventory all cryptographic assets using SCC + gcloud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505456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X25519MLKEM768 in SSL policies (non-prod)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92608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907792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Evaluate OpenSSL 3.x + OQS provider in Docker images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92608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310128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Assign PQC migration owner — create working group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Chrome 124+ and Firefox 132+ already support X25519MLKEM768 — your browsers are ready!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72968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987552"/>
            <a:ext cx="28346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50208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Q3-Q4 2025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Pilot Test — Low Risk Systems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82696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82696" y="1700784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hybrid PQC TLS on 1 production non-critical service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3282696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82696" y="210312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Test ML-KEM key wrapping in Cloud KMS for internal APIs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282696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82696" y="2505456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Benchmark latency: measure p99 TLS handshake overhead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3282696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82696" y="2907792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Test dual-signed certs on internal mTLS services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282696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82696" y="3310128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0712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Validate GKE workload identity with PQC key material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264408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19272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Target: internal admin tools, dev portals, non-customer-facing APIs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63056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63056" y="987552"/>
            <a:ext cx="2834640" cy="64008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54496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4496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BEB"/>
                </a:solidFill>
              </a:rPr>
              <a:t>EXPAND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0296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Q1-Q2 2026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54496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Expand to Production APIs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72784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00784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Roll hybrid PQC TLS to all customer-facing HTTPS LBs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72784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2103120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Migrate JWT signing from ECDSA to ML-DSA (when GA)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272784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72784" y="2505456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Replace RSA key exchange in all internal API gateways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72784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72784" y="2907792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Update Cloud Armor WAF SSL policies to require TLS 1.3+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272784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2784" y="3310128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Begin certificate rotation: replace ECDSA with hybrid certs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254496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BEB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309360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Monitor: cert pinning issues, mobile client compatibility, CDN edge support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F2A"/>
                </a:solidFill>
              </a:rPr>
              <a:t>Pilot Architecture — Hybrid PQC on GCP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Reference architecture for your first hybrid PQC pilot in a GCP environment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042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 / Clients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2801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Chrome 124+ · Firefox 132+ · Mobile (TFLite)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15361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645920"/>
            <a:ext cx="8778240" cy="56692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1682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GCP HTTPS Load Balancer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202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SSL Policy: RESTRICTED + TLS 1.3 + X25519MLKEM768 (Hybrid PQC TLS)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4840" y="21762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" y="2286000"/>
            <a:ext cx="8778240" cy="56692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" y="23225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Armor WAF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2560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DDoS protection + Bot management + Rate limiting (not PQC-specific but required)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8163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877824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" y="29626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GKE / Cloud Run — Application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" y="3200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App uses Google Tink library (PQC-ready). JWT auth via Cloud IAP. mTLS between services.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34564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" y="3566160"/>
            <a:ext cx="87782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" y="3602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Cloud KMS — Key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" y="38404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ML-KEM key versions for wrapping. Rotate classical keys. Audit all key operations via Cloud Audit Logs.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40965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4206240"/>
            <a:ext cx="87782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" y="42428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Cloud Storage / Cloud SQL / Spanner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" y="44805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CMEK with KMS. AES-256-GCM at rest (quantum-safe already). Plan future: PQC-wrapped DEKs.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layers communicate over hybrid TLS 1.3. Key operations flow through Cloud KMS. Audit logs aggregated in Cloud Logging -&gt; BigQuery for SIEM.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Tools &amp; Libraries for PQC Development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What to use in your code TODAY to start PQC-ready development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315968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Google Tink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0048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Java · Go · Python · C++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Google's preferred crypto library. PQC-ready. Handles key rotation, hybrid encryption, and safe defaults. Use for all new service-to-service encryption.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029968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Tink — hybrid AEAD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tink import aead, hybrid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hybrid.register()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keyset = tink.new_keyset_handle(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hybrid.hybrid_key_templates.DHKEM_X25519_HKDF_SHA256_HKDF_SHA256_AES_256_GCM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4315968" cy="402336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42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OQS-OpenSSL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42048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C · Python · Go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Open Quantum Safe project's OpenSSL 3.x provider. Adds all NIST PQC algorithms to OpenSSL. Use for TLS server configuration and CLI testing.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993392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029968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PQC TLS handshake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s_client -connect api.example.com:443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-groups x25519_mlkem768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-tls1_3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ML-KEM key pair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genpkey -algorithm ML-KEM-768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-out mlkem_key.pem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82880" y="3310128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310128"/>
            <a:ext cx="431596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BouncyCastle 1.78+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70048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Java · 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76732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Java's go-to crypto library now supports ML-KEM, ML-DSA, and SLH-DSA. Drop-in replacement for existing BC-based code in Spring Boot / Micronaut services.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4334256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ML-KEM key gen (BouncyCastle)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Security.addProvider(new BouncyCastleProvider());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KeyPairGenerator kpg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KeyPairGenerator.getInstance("ML-KEM", "BC");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kpg.initialize(new MLKEMParameterSpec(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MLKEMParameterSpec.ml_kem_768));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KeyPair kp = kpg.generateKeyPair();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754880" y="3310128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10128"/>
            <a:ext cx="4315968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Go crypto / cloudflare/circl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42048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Go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 1.23+ includes experimental PQC support. Cloudflare's CIRCL library provides production-ready ML-KEM and ML-DSA. Ideal for GCP Go services.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297680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4334256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"github.com/cloudflare/circl/kem/mlkem"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ML-KEM-768 key encapsulation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kem := mlkem.Scheme768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pk, sk, _ := kem.GenerateKeyPair()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ct, ss, _ := kem.Encapsulate(pk)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ssR, _ := kem.Decapsulate(sk, ct)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F2A"/>
                </a:solidFill>
              </a:rPr>
              <a:t>PQC Industry Timeline &amp; Regulatory Deadlines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Know your deadlines — migration takes longer than you think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0972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86537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0" cy="43891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18288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NIST FIPS 203/204/205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Published (Aug 2024)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10512" y="186537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084832"/>
            <a:ext cx="0" cy="43891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GCP hybrid PQC TLS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GA · Start pilots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73552" y="1865376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26464"/>
            <a:ext cx="0" cy="438912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NSA CNSA 2.0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Software deadline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36592" y="1865376"/>
            <a:ext cx="219456" cy="219456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84832"/>
            <a:ext cx="0" cy="438912"/>
          </a:xfrm>
          <a:prstGeom prst="line">
            <a:avLst/>
          </a:prstGeom>
          <a:noFill/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BEB"/>
                </a:solidFill>
              </a:rPr>
              <a:t>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NIST deprecates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RSA/ECC in new systems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99632" y="1865376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426464"/>
            <a:ext cx="0" cy="438912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2028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Financial sector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PQC compliance target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62672" y="186537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084832"/>
            <a:ext cx="0" cy="43891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2030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CRQC estimated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arrival window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2304288"/>
            <a:ext cx="8778240" cy="347472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32257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Sector / Regulation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23225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PQC Pilot Target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Migration Deadline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80960" y="23225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2724912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" y="2798064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Government / NSA CNSA 2.0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Q4 2025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2798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2027 (SW) / 2030 (HW)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2779776"/>
            <a:ext cx="1188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7797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3163824"/>
            <a:ext cx="8778240" cy="402336"/>
          </a:xfrm>
          <a:prstGeom prst="rect">
            <a:avLst/>
          </a:prstGeom>
          <a:solidFill>
            <a:srgbClr val="F1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3236976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Financial Services / PCI-DSS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0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Q2 2025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32369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2028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3218688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3602736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" y="3675888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Healthcare / HIPAA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0" y="3675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Q3 2025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5780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2029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0" y="3657600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" y="4041648"/>
            <a:ext cx="8778240" cy="402336"/>
          </a:xfrm>
          <a:prstGeom prst="rect">
            <a:avLst/>
          </a:prstGeom>
          <a:solidFill>
            <a:srgbClr val="F1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" y="411480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General Enterprise / ISO 27001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Q1 2026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5780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2030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680960" y="4096512"/>
            <a:ext cx="1188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80960" y="4096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82880" y="4480560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6888" y="455371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SaaS / Consumer Apps (our target)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00400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3BEB"/>
                </a:solidFill>
              </a:rPr>
              <a:t>Q3 2025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257800" y="4553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3BEB"/>
                </a:solidFill>
              </a:rPr>
              <a:t>2026 pilot / 2028 full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680960" y="4535424"/>
            <a:ext cx="1188720" cy="27432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0" y="4535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09728"/>
            <a:ext cx="2926080" cy="4919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691640"/>
            <a:ext cx="1828800" cy="182880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6C3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3740" y="1988820"/>
            <a:ext cx="1234440" cy="123444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286000"/>
            <a:ext cx="640080" cy="64008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52944" y="2478024"/>
            <a:ext cx="256032" cy="256032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2" y="34564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2542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2" y="1627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2542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1604" y="318668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2300" y="18973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1604" y="18973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72300" y="318668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40487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BEB"/>
                </a:solidFill>
              </a:rPr>
              <a:t>Q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Quantum-Safe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Journey Starts Now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20040" y="1371600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371600"/>
            <a:ext cx="438912" cy="59436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371600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 a PQC Working Group this week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1645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3BEB"/>
                </a:solidFill>
              </a:rPr>
              <a:t>Owner: InfoSec + Engineering leads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048256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048256"/>
            <a:ext cx="43891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48256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2084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cryptographic asset inventory in GCP SCC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2322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</a:rPr>
              <a:t>Owner: Cloud Security team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724912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724912"/>
            <a:ext cx="43891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24912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2761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Enable hybrid PQC TLS on 1 dev LB today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29992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Owner: Platform/SRE team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401568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401568"/>
            <a:ext cx="43891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01568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3438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 Google Tink in one new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675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Owner: Application teams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078224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78224"/>
            <a:ext cx="43891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78224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pilot success metrics &amp; review date (90 days)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43525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7316"/>
                </a:solidFill>
              </a:rPr>
              <a:t>Owner: All stakeholders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754880"/>
            <a:ext cx="5687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Resources: cloud.google.com/kms/docs/quantum-safe  |  csrc.nist.gov/projects/post-quantum-cryptography  |  openquantumsafe.org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Securing Data-in-Transit Protocols with PQC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</a:rPr>
              <a:t>Beyond TLS 1.3 — all data-in-transit protocols must be upgraded to PQC equivalents (Ref: Section 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69264"/>
            <a:ext cx="8778240" cy="34747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9669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TLS 1.3 is the prerequisite — but these 9 protocols also carry sensitive data and MUST be PQC-upgraded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389888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389888"/>
            <a:ext cx="640080" cy="111556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48132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IPSec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83664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901952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C3BEB"/>
                </a:solidFill>
              </a:rPr>
              <a:t>In Progress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96112" y="14356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BEB"/>
                </a:solidFill>
              </a:rPr>
              <a:t>Internet Protocol Security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1682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VPN tunnels, GCP Cloud VPN, site-to-site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" y="1956816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IKEv2 + ML-KEM hybrid key exchange. GCP Cloud VPN roadmap.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389888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389888"/>
            <a:ext cx="640080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148132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883664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901952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</a:rPr>
              <a:t>Available NOW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86200" y="14356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Secure Shell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86200" y="1682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Server access, Compute Engine, bastion hosts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86200" y="1956816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OpenSSH 9.0+ supports sntrup761x25519 PQC KEX by default.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63056" y="1389888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389888"/>
            <a:ext cx="64008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8132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SFTP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1883664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901952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</a:rPr>
              <a:t>Via SSH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876288" y="14356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Secure File Transfer Protocol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76288" y="1682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Secure file transfers, Cloud Storage integrations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76288" y="1956816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Upgrade underlying SSH to OpenSSH 9.0+ with PQC KEX.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2596896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2596896"/>
            <a:ext cx="64008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2688336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FTPS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090672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" y="3108960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</a:rPr>
              <a:t>Via TLS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96112" y="264261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File Transport Protocol Secure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96112" y="28895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Legacy file transfer — banking, EDI, data pipelines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6112" y="316382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Enforce TLS 1.3 + X25519MLKEM768. Migrate to SFTP.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72968" y="2596896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72968" y="2596896"/>
            <a:ext cx="640080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91256" y="2688336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PGP/GPG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18688" y="3090672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9544" y="3108960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</a:rPr>
              <a:t>Roadmap 2025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86200" y="264261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Pretty Good Privacy / GNU Privacy Guard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86200" y="28895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Email encryption, code signing, package verification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86200" y="316382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Await GnuPG PQC support (2025+). Plan RSA key migration.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63056" y="2596896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63056" y="2596896"/>
            <a:ext cx="640080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2688336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DTLS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08776" y="3090672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3108960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78BFA"/>
                </a:solidFill>
              </a:rPr>
              <a:t>DTLS 1.3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76288" y="264261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Datagram Transport Layer Security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76288" y="28895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WebRTC, IoT devices, UDP real-time communication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76288" y="316382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DTLS 1.3 + hybrid PQC ciphers. Critical for long-life IoT.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2880" y="3803904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82880" y="3803904"/>
            <a:ext cx="640080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" y="389534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DNSSEC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28600" y="4297680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9456" y="4315968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</a:rPr>
              <a:t>IETF Draft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896112" y="384962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Domain Name System Security Extensions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96112" y="40965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DNS record authentication, DNS spoofing prevention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96112" y="437083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IETF draft: DNSSEC + ML-DSA. Plan key rollover now.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72968" y="3803904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172968" y="3803904"/>
            <a:ext cx="64008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91256" y="389534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18688" y="4297680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9544" y="4315968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</a:rPr>
              <a:t>Migrate-&gt;SFTP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886200" y="384962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Secure Copy Protocol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886200" y="40965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File copy over SSH, GCP, CI/CD pipelines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886200" y="437083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Deprecated in OpenSSH 9.0. Migrate to SFTP or rsync.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63056" y="3803904"/>
            <a:ext cx="2834640" cy="1115568"/>
          </a:xfrm>
          <a:prstGeom prst="rect">
            <a:avLst/>
          </a:prstGeom>
          <a:solidFill>
            <a:srgbClr val="1A2255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63056" y="3803904"/>
            <a:ext cx="640080" cy="11155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81344" y="389534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Vendor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208776" y="4297680"/>
            <a:ext cx="566928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9632" y="4315968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4748B"/>
                </a:solidFill>
              </a:rPr>
              <a:t>Vendor-dep.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876288" y="384962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Vendor Proprietary Network Security Protocols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76288" y="40965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Use: SD-WAN, HSM comms, firewall vendor protocols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876288" y="437083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Fix: Request PQC roadmaps from ALL vendors. Mandatory by 2025.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2880" y="5029200"/>
            <a:ext cx="8778240" cy="182880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503834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78BFA"/>
                </a:solidFill>
              </a:rPr>
              <a:t>Source: Section 6 — Securing other forms of Data in Transit with PQC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2A"/>
                </a:solidFill>
              </a:rPr>
              <a:t>Recommendations — PQC Data-in-Transit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Summary of requirements and recommendations for enabling PQC in all data-in-transit mechanisms (Ref: Section 7)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69264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9264"/>
            <a:ext cx="438912" cy="950976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69264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14984"/>
            <a:ext cx="102412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1498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MANDATORY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" y="101498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TLS 1.3 is Prerequisite for ALL PQC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126187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All services must migrate to TLS 1.3 BEFORE enabling PQC ciphers. TLS 1.2 and below do not support hybrid PQC key exchange. Audit every endpoint immediately.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94944" y="162763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6C3BEB"/>
                </a:solidFill>
              </a:rPr>
              <a:t>GCP: Enforce via gcloud compute ssl-policies create --min-tls-version=TLS_1_3 --profile=RESTRICTED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82880" y="1993392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993392"/>
            <a:ext cx="438912" cy="9509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993392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039112"/>
            <a:ext cx="102412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03911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MANDATORY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4944" y="203911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Use Hybrid PQC — Don't Ditch Classical Crypto Yet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" y="228600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Run classical + PQC together for all protocol upgrades (hybrid TLS, hybrid SSH KEX, dual-signed certs). Backward compatibility is guaranteed. Never disable classical until PQC is validated.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94944" y="2651760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06B6D4"/>
                </a:solidFill>
              </a:rPr>
              <a:t>GCP: X25519MLKEM768 on HTTPS LBs + hybrid certs via Certificate Manager (2025 roadmap)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82880" y="3017520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3017520"/>
            <a:ext cx="438912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017520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063240"/>
            <a:ext cx="102412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06324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94944" y="306324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Upgrade SSH to OpenSSH 9.0+ Across All GCP Fleet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" y="3310128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OpenSSH 9.0+ enables sntrup761x25519 PQC key exchange by default. Covers SSH, SFTP, SCP. Deploy via OS Config/VM Manager to update all Compute Engine instances at scale.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94944" y="367588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F59E0B"/>
                </a:solidFill>
              </a:rPr>
              <a:t>GCP: VM Manager OS Patch + OS Config — enforce OpenSSH 9.0+ on all instances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82880" y="4041648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4041648"/>
            <a:ext cx="438912" cy="9509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041648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4087368"/>
            <a:ext cx="102412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4087368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4944" y="4087368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Prioritise Long-Lived Protocol Endpoints (DTLS, IPSec, DNSSEC)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33425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IoT (DTLS), VPN (IPSec), DNS (DNSSEC) have 10-15 year lifespans — most exposed to harvest-now-decrypt-later. These MUST be PQC-ready before 2027. Hardware refreshes must factor in PQC.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94944" y="4700016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10B981"/>
                </a:solidFill>
              </a:rPr>
              <a:t>GCP: Cloud IoT, Cloud VPN, Cloud DNS — check each product's PQC roadmap quarterly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681728" y="969264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969264"/>
            <a:ext cx="438912" cy="9509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969264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27848" y="1014984"/>
            <a:ext cx="10241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27848" y="101498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93792" y="101498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Deprecate SCP &amp; Legacy FTPS — Migrate to SFTP/Cloud Storage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126187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SCP is deprecated in OpenSSH 9.0. FTPS on TLS &lt; 1.3 is vulnerable. Standardise on SFTP over OpenSSH 9.0+. For GCP workloads, use Cloud Storage with CMEK + signed URLs instead.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193792" y="162763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F97316"/>
                </a:solidFill>
              </a:rPr>
              <a:t>GCP: Cloud Storage Transfer Service with CMEK — AES-256 at rest (already quantum-safe)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681728" y="1993392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81728" y="1993392"/>
            <a:ext cx="438912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1993392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27848" y="2039112"/>
            <a:ext cx="10241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27848" y="203911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93792" y="203911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Mandate Vendor PQC Roadmaps — Include in Procurement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93792" y="228600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All network vendors (SD-WAN, HSMs, firewalls, VPN concentrators) must provide a PQC timeline. Add 'PQC-ready by 2027' as a mandatory procurement criterion from 2025 onwards.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193792" y="2651760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EF4444"/>
                </a:solidFill>
              </a:rPr>
              <a:t>GCP: Cloud HSM + Confidential Computing — track Google Security Blog for hardware PQC updates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681728" y="3017520"/>
            <a:ext cx="4343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81728" y="3017520"/>
            <a:ext cx="438912" cy="9509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3017520"/>
            <a:ext cx="43891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927848" y="3063240"/>
            <a:ext cx="102412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27848" y="306324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ONGOING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193792" y="306324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Monitor &amp; Alert on Classical-Only Protocol Connections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93792" y="3310128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After migration, detect any service still using RSA/ECDH-only handshakes. Log-based alerts on deprecated cipher suites. Track migration % per protocol in a security dashboard.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193792" y="367588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i="1" dirty="0">
                <a:solidFill>
                  <a:srgbClr val="A78BFA"/>
                </a:solidFill>
              </a:rPr>
              <a:t>GCP: SCC Custom Findings + Cloud Logging alerts for non-PQC cipher usage in LB access logs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Data-in-Transit Protocol — PQC Priority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F3FC"/>
                </a:solidFill>
              </a:rPr>
              <a:t>Prioritise your GCP migration effort — which protocols to upgrade first and how hard it 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457200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100584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Protocol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9344" y="1005840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 Level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52928" y="1005840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Quantum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Vulnerability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87952" y="1005840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GCP Impact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05856" y="1005840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Migration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Effort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87184" y="100584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Recommended 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499616"/>
            <a:ext cx="8778240" cy="365760"/>
          </a:xfrm>
          <a:prstGeom prst="rect">
            <a:avLst/>
          </a:prstGeom>
          <a:solidFill>
            <a:srgbClr val="1A2255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" y="156362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TLS 1.3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1563624"/>
            <a:ext cx="104241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1563624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52928" y="156362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Key exchange + Certs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87952" y="156362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HTTPS LBs, APIs, GKE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33872" y="1572768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1572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Low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187184" y="153619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Enable X25519MLKEM768 SSL policy TODAY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1883664"/>
            <a:ext cx="8778240" cy="365760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194767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0" y="1947672"/>
            <a:ext cx="104241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1947672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852928" y="194767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KEX + Host keys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87952" y="194767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Compute Engine, GKE nodes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33872" y="1956816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Low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87184" y="192024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Upgrade OpenSSH 9.0+ via VM Manager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267712"/>
            <a:ext cx="8778240" cy="365760"/>
          </a:xfrm>
          <a:prstGeom prst="rect">
            <a:avLst/>
          </a:prstGeom>
          <a:solidFill>
            <a:srgbClr val="1A2255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33172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IPSec/VPN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0" y="2331720"/>
            <a:ext cx="1042416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2331720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52928" y="2331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IKEv2 key exchange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87952" y="233172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Cloud VPN, interconnect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33872" y="2340864"/>
            <a:ext cx="10058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23408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87184" y="230428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Await Cloud VPN PQC update; plan hybrid IKEv2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2651760"/>
            <a:ext cx="8778240" cy="365760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7157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0" y="2715768"/>
            <a:ext cx="1042416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2715768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852928" y="271576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Same as TLS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87952" y="271576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IoT, WebRTC APIs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33872" y="2724912"/>
            <a:ext cx="10058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27249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Medium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187184" y="268833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Enforce DTLS 1.3; critical for long-life IoT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2880" y="3035808"/>
            <a:ext cx="8778240" cy="365760"/>
          </a:xfrm>
          <a:prstGeom prst="rect">
            <a:avLst/>
          </a:prstGeom>
          <a:solidFill>
            <a:srgbClr val="1A2255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309981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DNSSEC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45920" y="3099816"/>
            <a:ext cx="1042416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0" y="3099816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852928" y="3099816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RSA/ECDSA signatures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87952" y="3099816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Cloud DNS zones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33872" y="3108960"/>
            <a:ext cx="10058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31089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High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87184" y="307238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Monitor IETF draft; plan key rollover now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3419856"/>
            <a:ext cx="8778240" cy="365760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348386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SFTP / SCP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3483864"/>
            <a:ext cx="104241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45920" y="3483864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852928" y="348386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Via SSH layer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187952" y="348386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Cloud Storage, data transfer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833872" y="3493008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33872" y="34930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Low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187184" y="345643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Migrate SCP-&gt;SFTP on OpenSSH 9.0+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3803904"/>
            <a:ext cx="8778240" cy="365760"/>
          </a:xfrm>
          <a:prstGeom prst="rect">
            <a:avLst/>
          </a:prstGeom>
          <a:solidFill>
            <a:srgbClr val="1A2255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" y="386791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FTPS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645920" y="3867912"/>
            <a:ext cx="104241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45920" y="3867912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852928" y="386791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Via TLS layer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187952" y="386791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Legacy data pipelines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33872" y="3877056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33872" y="38770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Low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187184" y="384048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Enforce TLS 1.3; prefer SFTP migration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82880" y="4187952"/>
            <a:ext cx="8778240" cy="365760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37744" y="425196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PGP / GPG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645920" y="4251960"/>
            <a:ext cx="104241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0" y="4251960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2852928" y="425196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RSA/ECDH keys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187952" y="42519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Email, code signing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833872" y="4261104"/>
            <a:ext cx="10058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33872" y="4261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High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187184" y="42245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Await GnuPG PQC (2025+); plan key migration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82880" y="4572000"/>
            <a:ext cx="8778240" cy="365760"/>
          </a:xfrm>
          <a:prstGeom prst="rect">
            <a:avLst/>
          </a:prstGeom>
          <a:solidFill>
            <a:srgbClr val="1A2255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" y="46360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Vendor Protos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645920" y="4636008"/>
            <a:ext cx="1042416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45920" y="4636008"/>
            <a:ext cx="1042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UNKNOWN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852928" y="463600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Undocumented crypto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187952" y="463600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SD-WAN, HSM, firewalls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833872" y="4645152"/>
            <a:ext cx="10058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33872" y="4645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F2A"/>
                </a:solidFill>
              </a:rPr>
              <a:t>High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187184" y="460857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Request PQC roadmaps from ALL vendors NOW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82880" y="4974336"/>
            <a:ext cx="8778240" cy="256032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499262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Risk: CRITICAL = act now  |  HIGH = within 6 months  |  MEDIUM = within 12 months  |  Effort: reflects migration complexity on GCP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Post-Quantum Cryptography Migration — GCP</dc:title>
  <dc:subject>PptxGenJS Presentation</dc:subject>
  <dc:creator>PptxGenJS</dc:creator>
  <cp:lastModifiedBy>PptxGenJS</cp:lastModifiedBy>
  <cp:revision>1</cp:revision>
  <dcterms:created xsi:type="dcterms:W3CDTF">2026-02-22T10:46:38Z</dcterms:created>
  <dcterms:modified xsi:type="dcterms:W3CDTF">2026-02-22T10:46:38Z</dcterms:modified>
</cp:coreProperties>
</file>